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68278e7e44f7a" /><Relationship Type="http://schemas.openxmlformats.org/officeDocument/2006/relationships/extended-properties" Target="/docProps/app.xml" Id="Rba82cd27e2a64c95" /><Relationship Type="http://schemas.openxmlformats.org/officeDocument/2006/relationships/officeDocument" Target="/ppt/presentation.xml" Id="R9104b732ac194b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4d1cbf8af44f1"/>
  </p:sldMasterIdLst>
  <p:notesMasterIdLst>
    <p:notesMasterId xmlns:r="http://schemas.openxmlformats.org/officeDocument/2006/relationships" r:id="R18e387381f8447e6"/>
  </p:notesMasterIdLst>
  <p:sldIdLst>
    <p:sldId xmlns:r="http://schemas.openxmlformats.org/officeDocument/2006/relationships" id="256" r:id="R622926c0d3f840aa"/>
    <p:sldId xmlns:r="http://schemas.openxmlformats.org/officeDocument/2006/relationships" id="257" r:id="R0a093e8fbb6340ed"/>
    <p:sldId xmlns:r="http://schemas.openxmlformats.org/officeDocument/2006/relationships" id="258" r:id="Rd3cec5e9b352411b"/>
    <p:sldId xmlns:r="http://schemas.openxmlformats.org/officeDocument/2006/relationships" id="259" r:id="R24a7909345ac4aa8"/>
    <p:sldId xmlns:r="http://schemas.openxmlformats.org/officeDocument/2006/relationships" id="260" r:id="Rdb138060a3ed49cd"/>
    <p:sldId xmlns:r="http://schemas.openxmlformats.org/officeDocument/2006/relationships" id="261" r:id="Rcdc5d7357da04ef4"/>
    <p:sldId xmlns:r="http://schemas.openxmlformats.org/officeDocument/2006/relationships" id="262" r:id="R8530991a683c404e"/>
    <p:sldId xmlns:r="http://schemas.openxmlformats.org/officeDocument/2006/relationships" id="263" r:id="R2d5f17b2206b4de6"/>
    <p:sldId xmlns:r="http://schemas.openxmlformats.org/officeDocument/2006/relationships" id="264" r:id="R85d98ac765c24a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27542c25cb4718" /><Relationship Type="http://schemas.openxmlformats.org/officeDocument/2006/relationships/slideMaster" Target="/ppt/slideMasters/slideMaster1.xml" Id="R2ba4d1cbf8af44f1" /><Relationship Type="http://schemas.openxmlformats.org/officeDocument/2006/relationships/notesMaster" Target="/ppt/notesMasters/notesMaster1.xml" Id="R18e387381f8447e6" /><Relationship Type="http://schemas.openxmlformats.org/officeDocument/2006/relationships/presProps" Target="/ppt/presProps.xml" Id="Rf88527255e6349fa" /><Relationship Type="http://schemas.openxmlformats.org/officeDocument/2006/relationships/tableStyles" Target="/ppt/tableStyles.xml" Id="Rd3b52ea0c6b043ba" /><Relationship Type="http://schemas.openxmlformats.org/officeDocument/2006/relationships/slide" Target="/ppt/slides/slide1.xml" Id="R622926c0d3f840aa" /><Relationship Type="http://schemas.openxmlformats.org/officeDocument/2006/relationships/slide" Target="/ppt/slides/slide2.xml" Id="R0a093e8fbb6340ed" /><Relationship Type="http://schemas.openxmlformats.org/officeDocument/2006/relationships/slide" Target="/ppt/slides/slide3.xml" Id="Rd3cec5e9b352411b" /><Relationship Type="http://schemas.openxmlformats.org/officeDocument/2006/relationships/slide" Target="/ppt/slides/slide4.xml" Id="R24a7909345ac4aa8" /><Relationship Type="http://schemas.openxmlformats.org/officeDocument/2006/relationships/slide" Target="/ppt/slides/slide5.xml" Id="Rdb138060a3ed49cd" /><Relationship Type="http://schemas.openxmlformats.org/officeDocument/2006/relationships/slide" Target="/ppt/slides/slide6.xml" Id="Rcdc5d7357da04ef4" /><Relationship Type="http://schemas.openxmlformats.org/officeDocument/2006/relationships/slide" Target="/ppt/slides/slide7.xml" Id="R8530991a683c404e" /><Relationship Type="http://schemas.openxmlformats.org/officeDocument/2006/relationships/slide" Target="/ppt/slides/slide8.xml" Id="R2d5f17b2206b4de6" /><Relationship Type="http://schemas.openxmlformats.org/officeDocument/2006/relationships/slide" Target="/ppt/slides/slide9.xml" Id="R85d98ac765c24a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e5e11de42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3d769ae8846ec" /><Relationship Type="http://schemas.openxmlformats.org/officeDocument/2006/relationships/notesMaster" Target="/ppt/notesMasters/notesMaster1.xml" Id="R5f6aa29df3534f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368d259d6b46ea" /><Relationship Type="http://schemas.openxmlformats.org/officeDocument/2006/relationships/notesMaster" Target="/ppt/notesMasters/notesMaster1.xml" Id="R3bf8edd88ed1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97cb817f2f428c" /><Relationship Type="http://schemas.openxmlformats.org/officeDocument/2006/relationships/notesMaster" Target="/ppt/notesMasters/notesMaster1.xml" Id="Rb0bf4d24b82a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3004532174bb0" /><Relationship Type="http://schemas.openxmlformats.org/officeDocument/2006/relationships/notesMaster" Target="/ppt/notesMasters/notesMaster1.xml" Id="Rc049f917b1a4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8cb1a9eab4c5e" /><Relationship Type="http://schemas.openxmlformats.org/officeDocument/2006/relationships/notesMaster" Target="/ppt/notesMasters/notesMaster1.xml" Id="R91ee74c341fc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be5d31fe84437" /><Relationship Type="http://schemas.openxmlformats.org/officeDocument/2006/relationships/notesMaster" Target="/ppt/notesMasters/notesMaster1.xml" Id="R44a9e1aecbd1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fc772fe92469f" /><Relationship Type="http://schemas.openxmlformats.org/officeDocument/2006/relationships/notesMaster" Target="/ppt/notesMasters/notesMaster1.xml" Id="Raa5f870c719f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f4390c60e4972" /><Relationship Type="http://schemas.openxmlformats.org/officeDocument/2006/relationships/notesMaster" Target="/ppt/notesMasters/notesMaster1.xml" Id="Ra75dfbd9cd5a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04dceb0c34b8c" /><Relationship Type="http://schemas.openxmlformats.org/officeDocument/2006/relationships/notesMaster" Target="/ppt/notesMasters/notesMaster1.xml" Id="R1b43b64db6fe45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Vue pédagogique des composants réellement déployés sur le T1000.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routeur fournit l'adresse IP. Les services du T1000 complètent le démarrage sans remplacer le DHCP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ProxyDHCP ne distribue pas l'adresse IP. Le DHCP principal du routeur conserve cette responsabilité.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iPXE récupère le menu, interprète les entrées et demande à nginx les composants indiqués.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exports Linux sont en lecture seule. Le dépôt d'images Clonezilla autorise l'écriture depuis le sous-réseau prévu.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Samba n'amorce pas le poste. Il intervient seulement après le démarrage de WinPE.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Parcours logiciel complet pour Ubuntu, Linux Live et Killbit.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Parcours logiciel complet pour Windows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Parcours logiciel complet pour Clonezilla.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2334c1bde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f162a2e6c41bb" /><Relationship Type="http://schemas.openxmlformats.org/officeDocument/2006/relationships/slideLayout" Target="/ppt/slideLayouts/slideLayout1.xml" Id="Ra83ce8a6945a4d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3ce8a6945a4d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4536b92ca4689" /><Relationship Type="http://schemas.openxmlformats.org/officeDocument/2006/relationships/notesSlide" Target="/ppt/notesSlides/notesSlide1.xml" Id="R6f06e84cd8ab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5cfc785ab4a13" /><Relationship Type="http://schemas.openxmlformats.org/officeDocument/2006/relationships/notesSlide" Target="/ppt/notesSlides/notesSlide2.xml" Id="R555755cda96e4d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28e01d6d473d" /><Relationship Type="http://schemas.openxmlformats.org/officeDocument/2006/relationships/notesSlide" Target="/ppt/notesSlides/notesSlide3.xml" Id="Rc3435a471d2c45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67bd9b15c4b0d" /><Relationship Type="http://schemas.openxmlformats.org/officeDocument/2006/relationships/notesSlide" Target="/ppt/notesSlides/notesSlide4.xml" Id="R5278eb6ef8bd48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65f0e424a4f22" /><Relationship Type="http://schemas.openxmlformats.org/officeDocument/2006/relationships/notesSlide" Target="/ppt/notesSlides/notesSlide5.xml" Id="R67bc1fcbc54b41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7b143e2e452b" /><Relationship Type="http://schemas.openxmlformats.org/officeDocument/2006/relationships/notesSlide" Target="/ppt/notesSlides/notesSlide6.xml" Id="Rba683de7abb4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4cb0303d47c2" /><Relationship Type="http://schemas.openxmlformats.org/officeDocument/2006/relationships/notesSlide" Target="/ppt/notesSlides/notesSlide7.xml" Id="Reaf56dca50004a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364a9c61448c" /><Relationship Type="http://schemas.openxmlformats.org/officeDocument/2006/relationships/notesSlide" Target="/ppt/notesSlides/notesSlide8.xml" Id="Rcccf830aec9d4e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b9508ceb142e2" /><Relationship Type="http://schemas.openxmlformats.org/officeDocument/2006/relationships/notesSlide" Target="/ppt/notesSlides/notesSlide9.xml" Id="R26f6c6158c3246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E8148-0919-4713-B0ED-715C603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 composants logiciels du PXE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9D69E-3BF7-43FF-9C6D-5DFCEBF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D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DF0"/>
                </a:solidFill>
                <a:latin typeface="Arial"/>
                <a:ea typeface="Arial"/>
                <a:cs typeface="Arial"/>
              </a:rPr>
              <a:t>Qui répond, qui transfère, qui publie et qui stocke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12F2A-14C0-4619-853E-A70C9CD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 + TFTP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DD217-C890-477A-BE21-CCF13B52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client de démarrage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D02AE-431F-456E-99DD-24CD7FBC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76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publication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E9E49-1D1D-429B-A612-10487D6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76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 / Samba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accès aux médias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43250" y="4048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9AEEF"/>
            </a:solidFill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48375" y="4048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9C8D0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15375" y="4048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5B88F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FF1ED-4E66-4C2E-B254-19686F4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B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B4D0"/>
                </a:solidFill>
                <a:latin typeface="Arial"/>
                <a:ea typeface="Arial"/>
                <a:cs typeface="Arial"/>
              </a:rPr>
              <a:t>T1000 • 192.168.0.102</a:t>
            </a:r>
          </a:p>
        </p:txBody>
      </p:sp>
    </p:spTree>
    <p:extLst>
      <p:ext uri="{BB962C8B-B14F-4D97-AF65-F5344CB8AC3E}">
        <p14:creationId xmlns:p14="http://schemas.microsoft.com/office/powerpoint/2010/main" val="962648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C876A-9AF6-41E9-9C1C-20C2173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Carte des relations logicielles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FA029-7348-4951-8F23-39F259B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Le poste traverse trois niveaux : orientation, chargement, accès au média.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9ADC-2069-43D9-BC7F-B3851F2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ACB2E-7F72-4E12-9D78-7C9639F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1762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POSTE CLIENT</a:t>
            </a:r>
          </a:p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BIOS / UEFI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B59DC-91F8-4A0E-8BCA-FE98DC0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Routeur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DHCP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9DEA0-6E7C-4EBB-8079-DAB81184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06312-0022-49FF-8048-E4BD281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chargeur iPXE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2C59-8568-4C9F-84F3-3785738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sur le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DA577-198C-48EB-A7DC-F15C0D75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920A7-E9CC-4213-91C2-05E239E7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Linux + images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EBC49-15C1-4408-9482-D462F9FB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19050">
            <a:solidFill>
              <a:srgbClr val="7357B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Samba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FF462-D47D-4247-9476-FD31BF5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SSD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/srv/pxe-data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86000" y="2071688"/>
            <a:ext cx="61912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3338">
            <a:solidFill>
              <a:srgbClr val="D97706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3286125"/>
            <a:ext cx="61912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24375" y="3595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5929313" y="2524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62750" y="2071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01125" y="20716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9001125" y="2071688"/>
            <a:ext cx="619125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0453688" y="2524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357B5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1BB12-11D6-4A2E-A3D6-9E17A4D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6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28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adresse 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939A7-60B4-413B-A4D6-80BECCEF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F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FDB"/>
                </a:solidFill>
                <a:latin typeface="Arial"/>
                <a:ea typeface="Arial"/>
                <a:cs typeface="Arial"/>
              </a:rPr>
              <a:t>infos PXE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69981-98DF-459C-97C1-B191CEE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F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FDB"/>
                </a:solidFill>
                <a:latin typeface="Arial"/>
                <a:ea typeface="Arial"/>
                <a:cs typeface="Arial"/>
              </a:rPr>
              <a:t>TFTP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CBF47-69A8-41B0-91EC-4496DB2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7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97A5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A75E4-B1A4-4A4D-ACC9-48F7C16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8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8A55"/>
                </a:solidFill>
                <a:latin typeface="Arial"/>
                <a:ea typeface="Arial"/>
                <a:cs typeface="Arial"/>
              </a:rPr>
              <a:t>fichiers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7DF41-4C59-4CCD-B4DA-3D54FD2B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 oriente. TFTP amorce. iPXE pilote. nginx publie. NFS et Samba donnent accès aux médias.</a:t>
            </a:r>
          </a:p>
        </p:txBody>
      </p:sp>
    </p:spTree>
    <p:extLst>
      <p:ext uri="{BB962C8B-B14F-4D97-AF65-F5344CB8AC3E}">
        <p14:creationId xmlns:p14="http://schemas.microsoft.com/office/powerpoint/2010/main" val="900796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7E519-AE83-48B8-B58B-ACC77C2B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 : deux fonctions dans un seul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7854-1693-4031-A696-3CC8A207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La configuration du T1000 active ProxyDHCP et TFTP.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3539C-8F23-410F-8C6A-15EF89E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FC3C8-7166-4536-A2AF-6AF13B9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257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80B90-8A7D-4A37-990C-34157D29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Indique le serveur PXE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et le chargeur adapté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F67C-DBCD-4397-A31E-35320CE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Envoie le petit fichier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qui lance iPXE</a:t>
            </a:r>
          </a:p>
        </p:txBody>
      </p:sp>
      <p:cxnSp>
        <p:nvCxnSpPr>
          <p:cNvPr id="1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333750" y="2667000"/>
            <a:ext cx="27622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667000"/>
            <a:ext cx="27622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C2BA2-8B9F-4477-93CE-C2EB985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F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FDB"/>
                </a:solidFill>
                <a:latin typeface="Arial"/>
                <a:ea typeface="Arial"/>
                <a:cs typeface="Arial"/>
              </a:rPr>
              <a:t>réponse PXE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2CD6D-2A89-4E01-AE75-B015CB43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7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97A5"/>
                </a:solidFill>
                <a:latin typeface="Arial"/>
                <a:ea typeface="Arial"/>
                <a:cs typeface="Arial"/>
              </a:rPr>
              <a:t>transfert initial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50A28-0F67-453B-9623-C1E8F1B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 choisit le fichier. TFTP le transmet : BIOS = undionly.kpxe   |   UEFI = snponly.efi</a:t>
            </a:r>
          </a:p>
        </p:txBody>
      </p:sp>
    </p:spTree>
    <p:extLst>
      <p:ext uri="{BB962C8B-B14F-4D97-AF65-F5344CB8AC3E}">
        <p14:creationId xmlns:p14="http://schemas.microsoft.com/office/powerpoint/2010/main" val="1736579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947D1-B9F7-4230-A17C-9976F0CC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 et nginx : le moteur du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0E70A-F7BD-4E47-8AAA-C16A2BB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iPXE s’exécute sur le poste. nginx publie les scripts et les fichiers de démarrage.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FDE26-3759-4D3E-8E73-CB1B678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9E934-2AAB-444E-BA95-3BB8A87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00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charge iPXE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5B91E-4C2D-41AB-97F3-15AF7D2B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2190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sur le poste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2EB45-49E9-495A-ABD4-EAC53E6F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2190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sur T1000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B92F-7FE5-4802-96F0-A1E9BC6D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809750" cy="2047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menu.ipxe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noyaux + initrd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WinPE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Clonezilla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3262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3262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3262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34382-21B4-422D-8613-03C80BA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7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F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FDB"/>
                </a:solidFill>
                <a:latin typeface="Arial"/>
                <a:ea typeface="Arial"/>
                <a:cs typeface="Arial"/>
              </a:rPr>
              <a:t>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70AFC-9745-4DAF-8428-5BEDE016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717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25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7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97A5"/>
                </a:solidFill>
                <a:latin typeface="Arial"/>
                <a:ea typeface="Arial"/>
                <a:cs typeface="Arial"/>
              </a:rPr>
              <a:t>requêtes 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81FB7-1AE6-42DC-9DFC-F32A3CE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39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8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8A55"/>
                </a:solidFill>
                <a:latin typeface="Arial"/>
                <a:ea typeface="Arial"/>
                <a:cs typeface="Arial"/>
              </a:rPr>
              <a:t>lit sur le SSD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F670C-79EF-419D-B472-1A0D5F4E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Après TFTP, les transferts principaux passent par HTTP.</a:t>
            </a:r>
          </a:p>
        </p:txBody>
      </p:sp>
    </p:spTree>
    <p:extLst>
      <p:ext uri="{BB962C8B-B14F-4D97-AF65-F5344CB8AC3E}">
        <p14:creationId xmlns:p14="http://schemas.microsoft.com/office/powerpoint/2010/main" val="207981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5A20D-A5AD-4A86-97B1-FC05964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 : deux usages différents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1E40D-B0A5-46B5-A8DC-C9108981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Le même service expose des données Linux en lecture seule et le dépôt Clonezilla en écriture.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91F57-80F5-4DBA-A4AD-DE0FDAA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09781-A5C4-4657-84EC-0C7D9CC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14500"/>
            <a:ext cx="2571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Serveur NFS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sur T1000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CA00B-200E-431D-BDB2-EB5BC6C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Médias Linux 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ISO montée sur T1000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Accès en lecture seule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25DCE-A5A9-42D3-9DF9-841B396E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Images Clonezilla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/srv/pxe-data/clonezilla-images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Lecture et écriture</a:t>
            </a:r>
          </a:p>
        </p:txBody>
      </p:sp>
      <p:cxnSp>
        <p:nvCxnSpPr>
          <p:cNvPr id="1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143250" y="2619375"/>
            <a:ext cx="2952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619375"/>
            <a:ext cx="2952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D97706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FCCF-8FDB-4D27-9204-92CB0BB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8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8A55"/>
                </a:solidFill>
                <a:latin typeface="Arial"/>
                <a:ea typeface="Arial"/>
                <a:cs typeface="Arial"/>
              </a:rPr>
              <a:t>racine du système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1612C-E4C0-4D94-8B0B-9E3FC8A1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/home/partimag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AF10-EB1C-47F6-8C11-9D99F495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 transporte les fichiers après le lancement du noyau ou de Clonezilla.</a:t>
            </a:r>
          </a:p>
        </p:txBody>
      </p:sp>
    </p:spTree>
    <p:extLst>
      <p:ext uri="{BB962C8B-B14F-4D97-AF65-F5344CB8AC3E}">
        <p14:creationId xmlns:p14="http://schemas.microsoft.com/office/powerpoint/2010/main" val="281628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204A9-B75E-456A-B61F-4298EDE8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Samba : fournir le média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47CD7-A13A-4B51-B7CB-427430CA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WinPE démarre par HTTP puis utilise le partage réseau comme source d’installation.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A210-1F16-48AA-9719-78FB0D7C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BCA9D-C416-4156-811B-56CC8418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66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wimboot</a:t>
            </a:r>
          </a:p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BCD + boot.sdi + boot.wim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F02FD-EC30-4C8F-B5F4-E9EC5E50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WinPE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sur le poste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2A106-6278-4925-9A92-4CD4FDA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19050">
            <a:solidFill>
              <a:srgbClr val="7357B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Samba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\\192.168.0.102\win11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33813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39000" y="33813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357B5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E4CB3-D8C8-4528-B2D3-DDBFB0F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7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97A5"/>
                </a:solidFill>
                <a:latin typeface="Arial"/>
                <a:ea typeface="Arial"/>
                <a:cs typeface="Arial"/>
              </a:rPr>
              <a:t>démarrage 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6A0A8-E234-44CB-BA40-3C3A252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24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093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35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57B5"/>
                </a:solidFill>
                <a:latin typeface="Arial"/>
                <a:ea typeface="Arial"/>
                <a:cs typeface="Arial"/>
              </a:rPr>
              <a:t>fichiers d’installation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AAE5F-0608-4E05-B972-6EBFD92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7828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 partage Windows reste en lecture seule. setup.exe effectue l’installation sur le poste.</a:t>
            </a:r>
          </a:p>
        </p:txBody>
      </p:sp>
    </p:spTree>
    <p:extLst>
      <p:ext uri="{BB962C8B-B14F-4D97-AF65-F5344CB8AC3E}">
        <p14:creationId xmlns:p14="http://schemas.microsoft.com/office/powerpoint/2010/main" val="473815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4D166-05CD-45BC-A7E0-EE5F2268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Chaîne Linux et Killbit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A3172-6B2B-41E0-8DB0-1B94670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Chaque composant remet la main au suivant.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FF47-D2A4-4217-B459-6D39EAF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D2686-EFF0-418E-BB83-3E6A5A7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Routeur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DHCP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8894D-8236-42EF-8EE5-0BC71009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4AE77-4D62-4986-A37B-E6C12E7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29FDD-099F-4CE8-89C5-DFD75A8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0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F877C-5D65-4E79-9C19-2419994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F9630-0930-439E-863F-8DB06074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0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D8F6B-76AE-4229-BE68-15C6FD56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noyau + initrd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7FCB9-6E3B-4037-8D41-B2608A9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solidFill>
              <a:srgbClr val="1597A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C3756-5DF2-4D74-B43A-E77D306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média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A46B9-EF0F-406E-86CF-1406CD8F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A55"/>
          </a:solidFill>
          <a:ln xmlns:a="http://schemas.openxmlformats.org/drawingml/2006/main" w="0">
            <a:solidFill>
              <a:srgbClr val="268A5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71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6879C-55A2-4086-8DE7-9F37BA17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Linux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ou Killbit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117D2-7E8D-437D-827A-27287765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A55"/>
          </a:solidFill>
          <a:ln xmlns:a="http://schemas.openxmlformats.org/drawingml/2006/main" w="0">
            <a:solidFill>
              <a:srgbClr val="268A5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2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9C9A0-7A4A-4756-BE45-F61E4E1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 routeur adresse le poste. T1000 assure ensuite tout le parcours PXE.</a:t>
            </a:r>
          </a:p>
        </p:txBody>
      </p:sp>
    </p:spTree>
    <p:extLst>
      <p:ext uri="{BB962C8B-B14F-4D97-AF65-F5344CB8AC3E}">
        <p14:creationId xmlns:p14="http://schemas.microsoft.com/office/powerpoint/2010/main" val="611210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CE1A9-E7C0-44A5-AB88-E8D027A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Chaîne Windows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D95D0-20DE-4176-8294-BC01500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HTTP amorce WinPE. Samba fournit ensuite le média d’installation.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77874-A4CC-479E-AB36-5B65D252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C11C7-4736-4862-A0B1-42D1666A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Routeur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DHCP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F651D-3895-4CFF-921D-31FE6663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7846A-A57B-4A14-A044-2AAD56A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9444B-27F8-4698-BC0A-4970185E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0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FDF53-9A7A-4DFE-A6CC-6B30DE7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8030-7603-4CD5-89FF-8B109DAD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0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80C0-EB9C-4EEB-9447-4244356E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WinPE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8E27E-479B-455D-843F-62280F9E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solidFill>
              <a:srgbClr val="1597A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2526E-8E02-48F4-B6E1-0BDA570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19050">
            <a:solidFill>
              <a:srgbClr val="7357B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Samba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partage win11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746B4-27AE-4290-AFFB-A7EADC3F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B5"/>
          </a:solidFill>
          <a:ln xmlns:a="http://schemas.openxmlformats.org/drawingml/2006/main" w="0">
            <a:solidFill>
              <a:srgbClr val="7357B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71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7357B5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0EAD9-2AC1-4946-B7E8-BEED7CE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580DD-1B81-4AC4-83D8-0601BF4A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2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D97706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74C84-FC89-4828-8766-AF9CFBB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 passage de HTTP à SMB intervient une fois WinPE démarré.</a:t>
            </a:r>
          </a:p>
        </p:txBody>
      </p:sp>
    </p:spTree>
    <p:extLst>
      <p:ext uri="{BB962C8B-B14F-4D97-AF65-F5344CB8AC3E}">
        <p14:creationId xmlns:p14="http://schemas.microsoft.com/office/powerpoint/2010/main" val="1283895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819E9-DCB2-455E-AE35-64E2A64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Chaîne Clonezilla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D586-4674-46A1-A03D-E1A59D0F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HTTP charge l’outil. NFS monte ensuite le dépôt des images.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403A8-C753-429C-A1AE-88A2F065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97A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785F6-C4DE-429F-A743-9A3530A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Routeur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DHCP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8BB96-AFB8-44EE-AB1A-DE03AA1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A8BE9-2AF3-4813-B62E-542A2694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dnsmasq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ProxyDHCP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6FDCA-B5BD-4696-814F-88A30DE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0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33DE2-2E10-4DFA-BEA5-2380173D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46FDB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TFTP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iPXE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D3CB9-3607-41BF-991F-4BC50C1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DB"/>
          </a:solidFill>
          <a:ln xmlns:a="http://schemas.openxmlformats.org/drawingml/2006/main" w="0">
            <a:solidFill>
              <a:srgbClr val="24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0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46FD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AB766-1596-4ED0-89C3-DD1D108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9050">
            <a:solidFill>
              <a:srgbClr val="1597A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Clonezilla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563EB-A480-440F-AF0E-7472A2CC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solidFill>
              <a:srgbClr val="1597A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1597A5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F8C42-9ADB-438C-8CBA-FE0C46A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268A55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NFS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/home/partimag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F156A-4E91-4F9A-9B56-98C5941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A55"/>
          </a:solidFill>
          <a:ln xmlns:a="http://schemas.openxmlformats.org/drawingml/2006/main" w="0">
            <a:solidFill>
              <a:srgbClr val="268A5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715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8A55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8C9CF-70A3-445C-81C2-10977F26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571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Clonezilla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interactif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F32E9-2E54-4272-9EF5-016C8F8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20250" y="3119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D97706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5AE6D-3730-46D6-B0FA-8054F8F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 montage NFS est automatique. Les opérations restent choisies par l’utilisateur.</a:t>
            </a:r>
          </a:p>
        </p:txBody>
      </p:sp>
    </p:spTree>
    <p:extLst>
      <p:ext uri="{BB962C8B-B14F-4D97-AF65-F5344CB8AC3E}">
        <p14:creationId xmlns:p14="http://schemas.microsoft.com/office/powerpoint/2010/main" val="1107923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2026-09-25T09:32:51.7600000Z</dcterms:created>
  <dcterms:modified xsi:type="dcterms:W3CDTF">2026-09-25T09:32:51.7600000Z</dcterms:modified>
</coreProperties>
</file>